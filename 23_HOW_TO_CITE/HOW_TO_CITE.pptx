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Cite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NEOVIM | Category: SOFTWARE_DEVELOPMENT</a:t>
            </a:r>
          </a:p>
          <a:p>
            <a:r>
              <a:rPr sz="1400"/>
              <a:t>Upstream: https://github.com/neovim/neovim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cite for the Anticloud integration of NEOVIM.</a:t>
            </a:r>
          </a:p>
          <a:p>
            <a:r>
              <a:rPr sz="1400"/>
              <a:t>Hyperextensible Vim-based text editor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NEOVIM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